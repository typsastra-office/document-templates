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m-K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m-K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km-KH" smtClean="0"/>
              <a:t>10/30/2013</a:t>
            </a:fld>
            <a:endParaRPr lang="km-K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m-K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m-KH" smtClean="0"/>
              <a:t>Click to edit Master text styles</a:t>
            </a:r>
          </a:p>
          <a:p>
            <a:pPr lvl="1"/>
            <a:r>
              <a:rPr lang="km-KH" smtClean="0"/>
              <a:t>Second level</a:t>
            </a:r>
          </a:p>
          <a:p>
            <a:pPr lvl="2"/>
            <a:r>
              <a:rPr lang="km-KH" smtClean="0"/>
              <a:t>Third level</a:t>
            </a:r>
          </a:p>
          <a:p>
            <a:pPr lvl="3"/>
            <a:r>
              <a:rPr lang="km-KH" smtClean="0"/>
              <a:t>Fourth level</a:t>
            </a:r>
          </a:p>
          <a:p>
            <a:pPr lvl="4"/>
            <a:r>
              <a:rPr lang="km-KH" smtClean="0"/>
              <a:t>Fifth level</a:t>
            </a:r>
            <a:endParaRPr lang="km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m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km-KH" smtClean="0"/>
              <a:t>‹#›</a:t>
            </a:fld>
            <a:endParaRPr lang="km-KH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m-KH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km-KH" smtClean="0"/>
              <a:t>1</a:t>
            </a:fld>
            <a:endParaRPr lang="km-KH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m-KH" smtClean="0"/>
              <a:t>Click to edit Master title style</a:t>
            </a:r>
            <a:endParaRPr lang="km-K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m-KH" smtClean="0"/>
              <a:t>Click to edit Master subtitle style</a:t>
            </a:r>
            <a:endParaRPr lang="km-K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km-KH" smtClean="0"/>
              <a:t>30.10.2013</a:t>
            </a:fld>
            <a:endParaRPr lang="km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m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km-KH" smtClean="0"/>
              <a:t>‹#›</a:t>
            </a:fld>
            <a:endParaRPr lang="km-KH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m-KH" smtClean="0"/>
              <a:t>Click to edit Master title style</a:t>
            </a:r>
            <a:endParaRPr lang="km-K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m-KH" smtClean="0"/>
              <a:t>Click to edit Master text styles</a:t>
            </a:r>
          </a:p>
          <a:p>
            <a:pPr lvl="1"/>
            <a:r>
              <a:rPr lang="km-KH" smtClean="0"/>
              <a:t>Second level</a:t>
            </a:r>
          </a:p>
          <a:p>
            <a:pPr lvl="2"/>
            <a:r>
              <a:rPr lang="km-KH" smtClean="0"/>
              <a:t>Third level</a:t>
            </a:r>
          </a:p>
          <a:p>
            <a:pPr lvl="3"/>
            <a:r>
              <a:rPr lang="km-KH" smtClean="0"/>
              <a:t>Fourth level</a:t>
            </a:r>
          </a:p>
          <a:p>
            <a:pPr lvl="4"/>
            <a:r>
              <a:rPr lang="km-KH" smtClean="0"/>
              <a:t>Fifth level</a:t>
            </a:r>
            <a:endParaRPr lang="km-K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km-KH" smtClean="0"/>
              <a:t>30.10.2013</a:t>
            </a:fld>
            <a:endParaRPr lang="km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m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km-KH" smtClean="0"/>
              <a:t>‹#›</a:t>
            </a:fld>
            <a:endParaRPr lang="km-KH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m-KH" smtClean="0"/>
              <a:t>Click to edit Master title style</a:t>
            </a:r>
            <a:endParaRPr lang="km-K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m-KH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km-KH" smtClean="0"/>
              <a:t>30.10.2013</a:t>
            </a:fld>
            <a:endParaRPr lang="km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m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km-KH" smtClean="0"/>
              <a:t>‹#›</a:t>
            </a:fld>
            <a:endParaRPr lang="km-KH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m-KH" smtClean="0"/>
              <a:t>Click to edit Master title style</a:t>
            </a:r>
            <a:endParaRPr lang="km-KH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m-KH" smtClean="0"/>
              <a:t>Click to edit Master text styles</a:t>
            </a:r>
          </a:p>
          <a:p>
            <a:pPr lvl="1"/>
            <a:r>
              <a:rPr lang="km-KH" smtClean="0"/>
              <a:t>Second level</a:t>
            </a:r>
          </a:p>
          <a:p>
            <a:pPr lvl="2"/>
            <a:r>
              <a:rPr lang="km-KH" smtClean="0"/>
              <a:t>Third level</a:t>
            </a:r>
          </a:p>
          <a:p>
            <a:pPr lvl="3"/>
            <a:r>
              <a:rPr lang="km-KH" smtClean="0"/>
              <a:t>Fourth level</a:t>
            </a:r>
          </a:p>
          <a:p>
            <a:pPr lvl="4"/>
            <a:r>
              <a:rPr lang="km-KH" smtClean="0"/>
              <a:t>Fifth level</a:t>
            </a:r>
            <a:endParaRPr lang="km-KH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m-KH" smtClean="0"/>
              <a:t>Click to edit Master text styles</a:t>
            </a:r>
          </a:p>
          <a:p>
            <a:pPr lvl="1"/>
            <a:r>
              <a:rPr lang="km-KH" smtClean="0"/>
              <a:t>Second level</a:t>
            </a:r>
          </a:p>
          <a:p>
            <a:pPr lvl="2"/>
            <a:r>
              <a:rPr lang="km-KH" smtClean="0"/>
              <a:t>Third level</a:t>
            </a:r>
          </a:p>
          <a:p>
            <a:pPr lvl="3"/>
            <a:r>
              <a:rPr lang="km-KH" smtClean="0"/>
              <a:t>Fourth level</a:t>
            </a:r>
          </a:p>
          <a:p>
            <a:pPr lvl="4"/>
            <a:r>
              <a:rPr lang="km-KH" smtClean="0"/>
              <a:t>Fifth level</a:t>
            </a:r>
            <a:endParaRPr lang="km-KH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km-KH" smtClean="0"/>
              <a:t>30.10.2013</a:t>
            </a:fld>
            <a:endParaRPr lang="km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m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km-KH" smtClean="0"/>
              <a:t>‹#›</a:t>
            </a:fld>
            <a:endParaRPr lang="km-KH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m-KH" smtClean="0"/>
              <a:t>Click to edit Master title style</a:t>
            </a:r>
            <a:endParaRPr lang="km-K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m-KH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m-KH" smtClean="0"/>
              <a:t>Click to edit Master text styles</a:t>
            </a:r>
          </a:p>
          <a:p>
            <a:pPr lvl="1"/>
            <a:r>
              <a:rPr lang="km-KH" smtClean="0"/>
              <a:t>Second level</a:t>
            </a:r>
          </a:p>
          <a:p>
            <a:pPr lvl="2"/>
            <a:r>
              <a:rPr lang="km-KH" smtClean="0"/>
              <a:t>Third level</a:t>
            </a:r>
          </a:p>
          <a:p>
            <a:pPr lvl="3"/>
            <a:r>
              <a:rPr lang="km-KH" smtClean="0"/>
              <a:t>Fourth level</a:t>
            </a:r>
          </a:p>
          <a:p>
            <a:pPr lvl="4"/>
            <a:r>
              <a:rPr lang="km-KH" smtClean="0"/>
              <a:t>Fifth level</a:t>
            </a:r>
            <a:endParaRPr lang="km-KH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m-KH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m-KH" smtClean="0"/>
              <a:t>Click to edit Master text styles</a:t>
            </a:r>
          </a:p>
          <a:p>
            <a:pPr lvl="1"/>
            <a:r>
              <a:rPr lang="km-KH" smtClean="0"/>
              <a:t>Second level</a:t>
            </a:r>
          </a:p>
          <a:p>
            <a:pPr lvl="2"/>
            <a:r>
              <a:rPr lang="km-KH" smtClean="0"/>
              <a:t>Third level</a:t>
            </a:r>
          </a:p>
          <a:p>
            <a:pPr lvl="3"/>
            <a:r>
              <a:rPr lang="km-KH" smtClean="0"/>
              <a:t>Fourth level</a:t>
            </a:r>
          </a:p>
          <a:p>
            <a:pPr lvl="4"/>
            <a:r>
              <a:rPr lang="km-KH" smtClean="0"/>
              <a:t>Fifth level</a:t>
            </a:r>
            <a:endParaRPr lang="km-KH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km-KH" smtClean="0"/>
              <a:t>30.10.2013</a:t>
            </a:fld>
            <a:endParaRPr lang="km-K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m-K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km-KH" smtClean="0"/>
              <a:t>‹#›</a:t>
            </a:fld>
            <a:endParaRPr lang="km-KH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m-KH" smtClean="0"/>
              <a:t>Click to edit Master title style</a:t>
            </a:r>
            <a:endParaRPr lang="km-KH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km-KH" smtClean="0"/>
              <a:t>30.10.2013</a:t>
            </a:fld>
            <a:endParaRPr lang="km-K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m-K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km-KH" smtClean="0"/>
              <a:t>‹#›</a:t>
            </a:fld>
            <a:endParaRPr lang="km-KH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km-KH" smtClean="0"/>
              <a:t>30.10.2013</a:t>
            </a:fld>
            <a:endParaRPr lang="km-K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m-K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km-KH" smtClean="0"/>
              <a:t>‹#›</a:t>
            </a:fld>
            <a:endParaRPr lang="km-KH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m-KH" smtClean="0"/>
              <a:t>Click to edit Master title style</a:t>
            </a:r>
            <a:endParaRPr lang="km-K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m-KH" smtClean="0"/>
              <a:t>Click to edit Master text styles</a:t>
            </a:r>
          </a:p>
          <a:p>
            <a:pPr lvl="1"/>
            <a:r>
              <a:rPr lang="km-KH" smtClean="0"/>
              <a:t>Second level</a:t>
            </a:r>
          </a:p>
          <a:p>
            <a:pPr lvl="2"/>
            <a:r>
              <a:rPr lang="km-KH" smtClean="0"/>
              <a:t>Third level</a:t>
            </a:r>
          </a:p>
          <a:p>
            <a:pPr lvl="3"/>
            <a:r>
              <a:rPr lang="km-KH" smtClean="0"/>
              <a:t>Fourth level</a:t>
            </a:r>
          </a:p>
          <a:p>
            <a:pPr lvl="4"/>
            <a:r>
              <a:rPr lang="km-KH" smtClean="0"/>
              <a:t>Fifth level</a:t>
            </a:r>
            <a:endParaRPr lang="km-KH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m-KH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km-KH" smtClean="0"/>
              <a:t>30.10.2013</a:t>
            </a:fld>
            <a:endParaRPr lang="km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m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km-KH" smtClean="0"/>
              <a:t>‹#›</a:t>
            </a:fld>
            <a:endParaRPr lang="km-KH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m-KH" smtClean="0"/>
              <a:t>Click to edit Master title style</a:t>
            </a:r>
            <a:endParaRPr lang="km-KH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m-KH" smtClean="0"/>
              <a:t>Click icon to add picture</a:t>
            </a:r>
            <a:endParaRPr lang="km-KH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m-KH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km-KH" smtClean="0"/>
              <a:t>30.10.2013</a:t>
            </a:fld>
            <a:endParaRPr lang="km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m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km-KH" smtClean="0"/>
              <a:t>‹#›</a:t>
            </a:fld>
            <a:endParaRPr lang="km-KH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m-KH" smtClean="0"/>
              <a:t>Click to edit Master title style</a:t>
            </a:r>
            <a:endParaRPr lang="km-KH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m-KH" smtClean="0"/>
              <a:t>Click to edit Master text styles</a:t>
            </a:r>
          </a:p>
          <a:p>
            <a:pPr lvl="1"/>
            <a:r>
              <a:rPr lang="km-KH" smtClean="0"/>
              <a:t>Second level</a:t>
            </a:r>
          </a:p>
          <a:p>
            <a:pPr lvl="2"/>
            <a:r>
              <a:rPr lang="km-KH" smtClean="0"/>
              <a:t>Third level</a:t>
            </a:r>
          </a:p>
          <a:p>
            <a:pPr lvl="3"/>
            <a:r>
              <a:rPr lang="km-KH" smtClean="0"/>
              <a:t>Fourth level</a:t>
            </a:r>
          </a:p>
          <a:p>
            <a:pPr lvl="4"/>
            <a:r>
              <a:rPr lang="km-KH" smtClean="0"/>
              <a:t>Fifth level</a:t>
            </a:r>
            <a:endParaRPr lang="km-K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km-KH" smtClean="0"/>
              <a:t>30.10.2013</a:t>
            </a:fld>
            <a:endParaRPr lang="km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m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km-KH" smtClean="0"/>
              <a:t>‹#›</a:t>
            </a:fld>
            <a:endParaRPr lang="km-KH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m-KH" smtClean="0"/>
              <a:t>Click to edit Master title style</a:t>
            </a:r>
            <a:endParaRPr lang="km-KH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m-KH" smtClean="0"/>
              <a:t>Click to edit Master text styles</a:t>
            </a:r>
          </a:p>
          <a:p>
            <a:pPr lvl="1"/>
            <a:r>
              <a:rPr lang="km-KH" smtClean="0"/>
              <a:t>Second level</a:t>
            </a:r>
          </a:p>
          <a:p>
            <a:pPr lvl="2"/>
            <a:r>
              <a:rPr lang="km-KH" smtClean="0"/>
              <a:t>Third level</a:t>
            </a:r>
          </a:p>
          <a:p>
            <a:pPr lvl="3"/>
            <a:r>
              <a:rPr lang="km-KH" smtClean="0"/>
              <a:t>Fourth level</a:t>
            </a:r>
          </a:p>
          <a:p>
            <a:pPr lvl="4"/>
            <a:r>
              <a:rPr lang="km-KH" smtClean="0"/>
              <a:t>Fifth level</a:t>
            </a:r>
            <a:endParaRPr lang="km-K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km-KH" smtClean="0"/>
              <a:t>30.10.2013</a:t>
            </a:fld>
            <a:endParaRPr lang="km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m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km-KH" smtClean="0"/>
              <a:t>‹#›</a:t>
            </a:fld>
            <a:endParaRPr lang="km-KH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m-KH" smtClean="0"/>
              <a:t>Click to edit Master title style</a:t>
            </a:r>
            <a:endParaRPr lang="km-K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m-KH" smtClean="0"/>
              <a:t>Click to edit Master text styles</a:t>
            </a:r>
          </a:p>
          <a:p>
            <a:pPr lvl="1"/>
            <a:r>
              <a:rPr lang="km-KH" smtClean="0"/>
              <a:t>Second level</a:t>
            </a:r>
          </a:p>
          <a:p>
            <a:pPr lvl="2"/>
            <a:r>
              <a:rPr lang="km-KH" smtClean="0"/>
              <a:t>Third level</a:t>
            </a:r>
          </a:p>
          <a:p>
            <a:pPr lvl="3"/>
            <a:r>
              <a:rPr lang="km-KH" smtClean="0"/>
              <a:t>Fourth level</a:t>
            </a:r>
          </a:p>
          <a:p>
            <a:pPr lvl="4"/>
            <a:r>
              <a:rPr lang="km-KH" smtClean="0"/>
              <a:t>Fifth level</a:t>
            </a:r>
            <a:endParaRPr lang="km-K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km-KH" smtClean="0"/>
              <a:t>30.10.2013</a:t>
            </a:fld>
            <a:endParaRPr lang="km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m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km-KH" smtClean="0"/>
              <a:t>‹#›</a:t>
            </a:fld>
            <a:endParaRPr lang="km-KH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m-K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m-K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m-KH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</cp:coreProperties>
</file>